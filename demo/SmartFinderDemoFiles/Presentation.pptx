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?><Relationships xmlns="http://schemas.openxmlformats.org/package/2006/relationships"><Relationship Id="rId1" Type="http://schemas.openxmlformats.org/officeDocument/2006/relationships/slide" Target="slides/slide1.xml"/></Relationships>
</file>

<file path=ppt/slides/slide1.xml><?xml version="1.0" encoding="utf-8"?>
<p:sld xmlns:p="http://schemas.openxmlformats.org/presentationml/2006/main">
  <p:cSld>
    <p:spTree/>
  </p:cSld>
</p:sld>
</file>